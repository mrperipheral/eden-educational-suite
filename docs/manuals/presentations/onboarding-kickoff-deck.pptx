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227"/>
                </a:solidFill>
                <a:latin typeface="Calibri"/>
              </a:rPr>
              <a:t>ONBOARDING KICKOFF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Your First Week On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FDDE8"/>
                </a:solidFill>
                <a:latin typeface="Calibri"/>
              </a:rPr>
              <a:t>A day-by-day plan to get your school fully set up and running for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FB5CC"/>
                </a:solidFill>
                <a:latin typeface="Calibri"/>
              </a:rPr>
              <a:t>School: _______________   |   Trainer: _______________   |   Date: 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BEFORE WE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This Order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Each day builds on the day before</a:t>
            </a:r>
            <a:r>
              <a:rPr sz="1700">
                <a:solidFill>
                  <a:srgbClr val="222222"/>
                </a:solidFill>
                <a:latin typeface="Calibri"/>
              </a:rPr>
              <a:t>  you can't enroll a student before a class exists, or take attendance before students are enrolled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Skipping ahead is possible, but not recommended</a:t>
            </a:r>
            <a:r>
              <a:rPr sz="1700">
                <a:solidFill>
                  <a:srgbClr val="222222"/>
                </a:solidFill>
                <a:latin typeface="Calibri"/>
              </a:rPr>
              <a:t>  the order below follows the platform's real dependencies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Everything here is real, working data</a:t>
            </a:r>
            <a:r>
              <a:rPr sz="1700">
                <a:solidFill>
                  <a:srgbClr val="222222"/>
                </a:solidFill>
                <a:latin typeface="Calibri"/>
              </a:rPr>
              <a:t>  by the end of the week, this isn't a demo — it's your actual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School Management Platform — Onboarding Kickoff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Day 1 — Login &amp;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A4A4A"/>
                </a:solidFill>
                <a:latin typeface="Calibri"/>
              </a:rPr>
              <a:t>Goal: Your school “exists” with a working academic 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School configuration</a:t>
            </a:r>
            <a:r>
              <a:rPr sz="1700">
                <a:solidFill>
                  <a:srgbClr val="222222"/>
                </a:solidFill>
                <a:latin typeface="Calibri"/>
              </a:rPr>
              <a:t>  profile, branding/logo, regional settings, modules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Academic setup</a:t>
            </a:r>
            <a:r>
              <a:rPr sz="1700">
                <a:solidFill>
                  <a:srgbClr val="222222"/>
                </a:solidFill>
                <a:latin typeface="Calibri"/>
              </a:rPr>
              <a:t>  current session, terms, levels, arms, subjects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School Management Platform — Onboarding Kickoff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Day 2 — 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A4A4A"/>
                </a:solidFill>
                <a:latin typeface="Calibri"/>
              </a:rPr>
              <a:t>Goal: Your staff and students exist and are placed in classes.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Teachers</a:t>
            </a:r>
            <a:r>
              <a:rPr sz="1700">
                <a:solidFill>
                  <a:srgbClr val="222222"/>
                </a:solidFill>
                <a:latin typeface="Calibri"/>
              </a:rPr>
              <a:t>  added, with teaching assignments (class + subject)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Students</a:t>
            </a:r>
            <a:r>
              <a:rPr sz="1700">
                <a:solidFill>
                  <a:srgbClr val="222222"/>
                </a:solidFill>
                <a:latin typeface="Calibri"/>
              </a:rPr>
              <a:t>  added and enrolled into classes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Guardians</a:t>
            </a:r>
            <a:r>
              <a:rPr sz="1700">
                <a:solidFill>
                  <a:srgbClr val="222222"/>
                </a:solidFill>
                <a:latin typeface="Calibri"/>
              </a:rPr>
              <a:t>  added and linked to their children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School Management Platform — Onboarding Kickoff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Day 3 — Classroom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A4A4A"/>
                </a:solidFill>
                <a:latin typeface="Calibri"/>
              </a:rPr>
              <a:t>Goal: Prove the daily-use features actually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Timetable</a:t>
            </a:r>
            <a:r>
              <a:rPr sz="1700">
                <a:solidFill>
                  <a:srgbClr val="222222"/>
                </a:solidFill>
                <a:latin typeface="Calibri"/>
              </a:rPr>
              <a:t>  one class's weekly schedule built and published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Attendance</a:t>
            </a:r>
            <a:r>
              <a:rPr sz="1700">
                <a:solidFill>
                  <a:srgbClr val="222222"/>
                </a:solidFill>
                <a:latin typeface="Calibri"/>
              </a:rPr>
              <a:t>  a real register created, marked, and submitted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Assessments</a:t>
            </a:r>
            <a:r>
              <a:rPr sz="1700">
                <a:solidFill>
                  <a:srgbClr val="222222"/>
                </a:solidFill>
                <a:latin typeface="Calibri"/>
              </a:rPr>
              <a:t>  one real assessment scored, published, and locked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School Management Platform — Onboarding Kickoff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Day 4 — Money &amp;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A4A4A"/>
                </a:solidFill>
                <a:latin typeface="Calibri"/>
              </a:rPr>
              <a:t>Goal: Fees are configured and staff can log parent communication.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Fees</a:t>
            </a:r>
            <a:r>
              <a:rPr sz="1700">
                <a:solidFill>
                  <a:srgbClr val="222222"/>
                </a:solidFill>
                <a:latin typeface="Calibri"/>
              </a:rPr>
              <a:t>  categories and structures set up; a real charge and payment recorded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Communication</a:t>
            </a:r>
            <a:r>
              <a:rPr sz="1700">
                <a:solidFill>
                  <a:srgbClr val="222222"/>
                </a:solidFill>
                <a:latin typeface="Calibri"/>
              </a:rPr>
              <a:t>  a test announcement published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Learning materials</a:t>
            </a:r>
            <a:r>
              <a:rPr sz="1700">
                <a:solidFill>
                  <a:srgbClr val="222222"/>
                </a:solidFill>
                <a:latin typeface="Calibri"/>
              </a:rPr>
              <a:t>  one real file uploaded, if enabled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School Management Platform — Onboarding Kickoff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Day 5 — Results &amp;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A4A4A"/>
                </a:solidFill>
                <a:latin typeface="Calibri"/>
              </a:rPr>
              <a:t>Goal: Close the loop — prove a result can be produced and reported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Results</a:t>
            </a:r>
            <a:r>
              <a:rPr sz="1700">
                <a:solidFill>
                  <a:srgbClr val="222222"/>
                </a:solidFill>
                <a:latin typeface="Calibri"/>
              </a:rPr>
              <a:t>  a result run compiled through Publish/Lock; a report card confirmed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CBT</a:t>
            </a:r>
            <a:r>
              <a:rPr sz="1700">
                <a:solidFill>
                  <a:srgbClr val="222222"/>
                </a:solidFill>
                <a:latin typeface="Calibri"/>
              </a:rPr>
              <a:t>  one real exam scheduled and sat, if enabled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Reports</a:t>
            </a:r>
            <a:r>
              <a:rPr sz="1700">
                <a:solidFill>
                  <a:srgbClr val="222222"/>
                </a:solidFill>
                <a:latin typeface="Calibri"/>
              </a:rPr>
              <a:t>  real numbers confirmed to match what was entered this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School Management Platform — Onboarding Kickoff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After Week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Set up member accounts and roles for every staff member</a:t>
            </a:r>
            <a:r>
              <a:rPr sz="1700">
                <a:solidFill>
                  <a:srgbClr val="222222"/>
                </a:solidFill>
                <a:latin typeface="Calibri"/>
              </a:rPr>
              <a:t>  so they can sign in themselves, not just be entered as records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Link guardian and student logins</a:t>
            </a:r>
            <a:r>
              <a:rPr sz="1700">
                <a:solidFill>
                  <a:srgbClr val="222222"/>
                </a:solidFill>
                <a:latin typeface="Calibri"/>
              </a:rPr>
              <a:t>  so the Parent Portal and Student Portal are actually usable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Walk through the Training Handover Checklist together</a:t>
            </a:r>
            <a:r>
              <a:rPr sz="1700">
                <a:solidFill>
                  <a:srgbClr val="222222"/>
                </a:solidFill>
                <a:latin typeface="Calibri"/>
              </a:rPr>
              <a:t>  confirm every role was trained and every workflow tested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School Management Platform — Onboarding Kickoff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